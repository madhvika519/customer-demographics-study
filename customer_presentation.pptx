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12FF-8E75-D9F8-C734-72BAD65B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92F6E-7ECB-3320-8ED5-A90F1AA60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49564-D7FD-E116-7850-90060322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4C7A-0F1A-5C9E-C002-49B7100D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41781-FFF3-766E-6D52-8B207497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58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C924-C2DA-1627-9CAD-663EA14A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D151E-7A62-E4B7-3211-6159738FA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429BD-E339-47B9-4FA3-4A200E56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7046-C1D3-FAE7-B084-5752E0C9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9EEA-9AC0-2274-44C6-9808DAFE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96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3AE1-7BE3-4287-982A-4E0CE660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2335F-494E-B23D-4745-E97D8AC96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7746-A9F3-4963-4C5A-8D8CF3A8A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5D63-F4CF-606D-991C-C7CCE704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CC937-FE0F-BAD3-95B3-F1757E84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3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5CCD-A30E-0301-8D1B-CD794D49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2605F-4A07-5B1E-8685-D3B33776E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DB9B0-DC3A-7D4B-4F93-3DA386069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99746-3B4D-F4DC-DC4C-95480297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4AC38-88AA-7F9E-AB2D-478C8266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9C385-07D0-9124-CFBF-A3E84F13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8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E781-1C2B-AE69-C7C0-4D369402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69652-DC3B-D516-7B81-88F807CD7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7DAF0-A9A7-69D2-5074-C5DB706F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5C6DC-5963-008E-02D2-7D5EF7295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4C968-524B-7F04-DF61-11A90C74D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31966-E7C3-85D0-9D51-E91666A3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34BED-F747-AB15-670A-3682621F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A6878-CA40-4108-3A5F-F0C8272F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6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4B24-FC99-D9B7-F425-4982538E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104FB-3C4E-2ECD-DC8C-00995477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A0EBA-1E0F-C4BF-6790-9EE539B5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3F898-F530-BC89-AF41-F62A729A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96CCC-8C3F-9F40-39A2-A4EB139C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28E5D-9480-6232-9C88-FE345D67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3ADE-A011-DE6D-CF46-E84F72C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98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6C34-B852-2703-3050-14866D36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E72B-3D48-D58A-9C64-2FCD57732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EF414-677E-C905-BE4D-0070DBEE4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88076-2054-D1AD-62CC-88FA0680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34E03-5A78-BB51-6575-66D93526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B9A5-9213-433B-317F-6DE757B0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8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E6F1-CE3E-4060-2AD1-E6A56B96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02B8C-962E-9D00-1AA2-CF765C196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DBFCC-CD30-3426-30AD-DAAC93DDA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B44B7-3FC2-EAB3-5500-14FC1AC8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69235-F504-5FDF-B01A-096F7F0D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043A2-A4A6-6021-C35E-7149DD8B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7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E6BA-D7ED-D905-F777-1DA0CCB9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73440-AEE4-D55F-A937-F3C6FD82A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C7F78-395C-50EA-BC4A-1C6E16F8B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56BBD-D5BA-3D2D-3118-BFE5A618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63E7A-103C-872B-0BB5-7C17D5C5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12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0D266-15CC-7484-4D69-A79D645AB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2BE97-CDAB-6B1C-4C06-E346E4D20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EB0AA-17C4-3D36-5373-26D53074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174F2-CC3A-05E1-AFA2-9B1EC5A1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50E7A-FD66-F1FF-7782-D5C66F35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0EF43-BA14-A405-078C-C28A922A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C720-E7B2-0577-D52D-6CB9722F4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8F1B0-F0D3-649A-C835-AF7082F9F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4ACAA-F6FB-4121-B9A1-1306B8DEC7F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EA19C-A012-3A21-DD6C-E8BBA182C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4A94-B3FC-8FE8-C552-1A0A0F25E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DA978-9F34-445D-8529-F4400C389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79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EFF8-41DF-9A64-7EC6-4C8B12A4C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123"/>
            <a:ext cx="10515600" cy="520384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CUSTOMER DEMOGRAPHICS STUDY USING POWER BI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Presented By : </a:t>
            </a:r>
            <a:r>
              <a:rPr lang="en-US" dirty="0" err="1"/>
              <a:t>Gosala</a:t>
            </a:r>
            <a:r>
              <a:rPr lang="en-US" dirty="0"/>
              <a:t> Madhvika</a:t>
            </a:r>
          </a:p>
          <a:p>
            <a:r>
              <a:rPr lang="en-US" dirty="0"/>
              <a:t>Intern ID: CITS1260</a:t>
            </a:r>
          </a:p>
          <a:p>
            <a:r>
              <a:rPr lang="en-US" dirty="0"/>
              <a:t>Data Analytics Intern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599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80FB-598B-FD43-9CA9-5BBD96A3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PROJECT OVERVIEW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* Customer demographic analysis using Power BI</a:t>
            </a:r>
          </a:p>
          <a:p>
            <a:r>
              <a:rPr lang="en-US" dirty="0"/>
              <a:t>* Interactive dashboard creation</a:t>
            </a:r>
          </a:p>
          <a:p>
            <a:r>
              <a:rPr lang="en-US" dirty="0"/>
              <a:t>* Visualization of customer characteristics</a:t>
            </a:r>
          </a:p>
          <a:p>
            <a:r>
              <a:rPr lang="en-US" dirty="0"/>
              <a:t>* Business insight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6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2526-5884-CDDD-19B4-6F9863CC9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* Analyze customer demographics</a:t>
            </a:r>
          </a:p>
          <a:p>
            <a:r>
              <a:rPr lang="en-US" dirty="0"/>
              <a:t>* Study gender distribution</a:t>
            </a:r>
          </a:p>
          <a:p>
            <a:r>
              <a:rPr lang="en-US" dirty="0"/>
              <a:t>* Evaluate income levels</a:t>
            </a:r>
          </a:p>
          <a:p>
            <a:r>
              <a:rPr lang="en-US" dirty="0"/>
              <a:t>* Analyze spending behavior</a:t>
            </a:r>
          </a:p>
          <a:p>
            <a:r>
              <a:rPr lang="en-US" dirty="0"/>
              <a:t>* Generate business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47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007A-059B-7612-A5A5-C09C2EF9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DATASET INFORMATION</a:t>
            </a:r>
          </a:p>
          <a:p>
            <a:pPr marL="0" indent="0">
              <a:buNone/>
            </a:pPr>
            <a:r>
              <a:rPr lang="en-US" dirty="0"/>
              <a:t>Dataset Fields:</a:t>
            </a:r>
          </a:p>
          <a:p>
            <a:r>
              <a:rPr lang="en-US" dirty="0"/>
              <a:t>* Customer ID</a:t>
            </a:r>
          </a:p>
          <a:p>
            <a:r>
              <a:rPr lang="en-US" dirty="0"/>
              <a:t>* Gender</a:t>
            </a:r>
          </a:p>
          <a:p>
            <a:r>
              <a:rPr lang="en-US" dirty="0"/>
              <a:t>* Age</a:t>
            </a:r>
          </a:p>
          <a:p>
            <a:r>
              <a:rPr lang="en-US" dirty="0"/>
              <a:t>* Annual Income (k$)</a:t>
            </a:r>
          </a:p>
          <a:p>
            <a:r>
              <a:rPr lang="en-US" dirty="0"/>
              <a:t>* Spending Score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79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EE70D-7081-CF89-4B6B-7B237D15C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* Microsoft Excel</a:t>
            </a:r>
          </a:p>
          <a:p>
            <a:r>
              <a:rPr lang="en-IN" dirty="0"/>
              <a:t>* Power BI Desktop</a:t>
            </a:r>
          </a:p>
          <a:p>
            <a:r>
              <a:rPr lang="en-IN" dirty="0"/>
              <a:t>* GitHub</a:t>
            </a:r>
          </a:p>
          <a:p>
            <a:r>
              <a:rPr lang="en-IN" dirty="0"/>
              <a:t>* Microsoft Word</a:t>
            </a:r>
          </a:p>
          <a:p>
            <a:r>
              <a:rPr lang="en-IN" dirty="0"/>
              <a:t>* Microsoft PowerPoint</a:t>
            </a:r>
          </a:p>
        </p:txBody>
      </p:sp>
    </p:spTree>
    <p:extLst>
      <p:ext uri="{BB962C8B-B14F-4D97-AF65-F5344CB8AC3E}">
        <p14:creationId xmlns:p14="http://schemas.microsoft.com/office/powerpoint/2010/main" val="313584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3AC6-12DF-ADD2-1F4E-0F4ED5540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DASHBOARD FEATURES</a:t>
            </a:r>
          </a:p>
          <a:p>
            <a:r>
              <a:rPr lang="en-US" dirty="0"/>
              <a:t>* Total Customers</a:t>
            </a:r>
          </a:p>
          <a:p>
            <a:r>
              <a:rPr lang="en-US" dirty="0"/>
              <a:t>* Gender Distribution</a:t>
            </a:r>
          </a:p>
          <a:p>
            <a:r>
              <a:rPr lang="en-US" dirty="0"/>
              <a:t>* Annual Income Analysis</a:t>
            </a:r>
          </a:p>
          <a:p>
            <a:r>
              <a:rPr lang="en-US" dirty="0"/>
              <a:t>* Income vs Spending Score</a:t>
            </a:r>
          </a:p>
          <a:p>
            <a:r>
              <a:rPr lang="en-US" dirty="0"/>
              <a:t>* Customer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95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ACCB5-9165-48BB-7EAF-08772809E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r>
              <a:rPr lang="en-US" dirty="0"/>
              <a:t>* Female customers slightly outnumber male customers.</a:t>
            </a:r>
          </a:p>
          <a:p>
            <a:r>
              <a:rPr lang="en-US" dirty="0"/>
              <a:t>* Income levels vary across customer groups.</a:t>
            </a:r>
          </a:p>
          <a:p>
            <a:r>
              <a:rPr lang="en-US" dirty="0"/>
              <a:t>* Spending patterns differ among customers.</a:t>
            </a:r>
          </a:p>
          <a:p>
            <a:r>
              <a:rPr lang="en-US" dirty="0"/>
              <a:t>* Customer segmentation supports marketing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57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2019F-1636-D225-1577-E386E25F5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6" y="369116"/>
            <a:ext cx="10414233" cy="58078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DASHBOARD SCREENSHOT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11ECE-FA45-A37B-E993-0AAEEEF14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82180"/>
            <a:ext cx="10298084" cy="55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8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2892C-A2B9-AFCC-0EDD-666A469F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* Successfully analyzed customer demographic data.</a:t>
            </a:r>
          </a:p>
          <a:p>
            <a:r>
              <a:rPr lang="en-US" dirty="0"/>
              <a:t>* Created interactive Power BI dashboard.</a:t>
            </a:r>
          </a:p>
          <a:p>
            <a:r>
              <a:rPr lang="en-US" dirty="0"/>
              <a:t>* Generated valuable business insights.</a:t>
            </a:r>
          </a:p>
          <a:p>
            <a:r>
              <a:rPr lang="en-US" dirty="0"/>
              <a:t>* Demonstrated data-driven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69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180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Madhvika Reddy</dc:creator>
  <cp:lastModifiedBy>Madhvika Reddy</cp:lastModifiedBy>
  <cp:revision>1</cp:revision>
  <dcterms:created xsi:type="dcterms:W3CDTF">2026-06-03T13:55:06Z</dcterms:created>
  <dcterms:modified xsi:type="dcterms:W3CDTF">2026-06-03T14:04:49Z</dcterms:modified>
</cp:coreProperties>
</file>